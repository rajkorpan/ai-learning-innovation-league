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Lesson 3 · Ideate. Emphasize that this is a visual facilitation deck, not a replacement for the website lesson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emphasis on multiple possibilities.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quick category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plain language first; formal terms can come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2-minute Learning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MacGyver/resource inventor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generate alternatives before choosing.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pick only because it seems flashy.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Advisor slides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Lesson 3 · Ideate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313D"/>
                </a:solidFill>
              </a:rPr>
              <a:t>Choose a way to help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5F2F9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02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Goal: students learn by doing, then build something useful.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143000"/>
            <a:ext cx="3474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Today’s challenge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Match the learning problem to a strategy.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Try a small learning-science activity.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Use resources you already have.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Generate several possible ideas.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Which challenge fits best?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Maya knows the definition while reading notes but goes blank during a quiz.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Remember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Explain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Notice mistakes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Learning strategy = what the learner does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Remember it: try to recall before looking.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Explain it: say why an idea works.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Notice mistakes: find and fix an error.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Use it: apply an idea in a new situation.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Try the strategy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Before designing, experience the strategy.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Ask: What did the learner have to do?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feedback would help?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How would we know it worked?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What do you have?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Paper, cards, markers, whiteboard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Calculator, ruler, objects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People, space, movement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Computer or approved AI tool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Learner interests and constraints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Five-Idea Sprint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One no-AI idea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One use-what-you-have idea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One social/people idea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One AI-supported idea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One wild idea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3 · Ideate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Choose a way to help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Pick a promising direction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Does it fit the learning target?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Does the learner do real thinking?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Can we test it soon?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Can it work with available resources?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Hunter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League lesson deck</dc:title>
  <dc:subject>Advisor lesson slides</dc:subject>
  <dc:creator>Student AI Learning Innovation League</dc:creator>
  <cp:lastModifiedBy>Student AI Learning Innovation League</cp:lastModifiedBy>
  <cp:revision>1</cp:revision>
  <dcterms:created xsi:type="dcterms:W3CDTF">2026-08-18T05:53:15Z</dcterms:created>
  <dcterms:modified xsi:type="dcterms:W3CDTF">2026-08-18T05:53:15Z</dcterms:modified>
</cp:coreProperties>
</file>