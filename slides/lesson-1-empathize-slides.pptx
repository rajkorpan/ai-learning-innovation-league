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 slide for Lesson 1 · Empathize. Emphasize that this is a visual facilitation deck, not a replacement for the website lesson plan.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to frame the session as a League activity, not a conventional class.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students build/sketch something fast. The goal is to experience making before learning how to design well.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simple. Students only need a starting definition of learning.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supports responsible AI literacy without going deep into architecture.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students choose. Then discuss neutral/open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 to the student Interview Coach sequence.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Remind students: do not diagnose yet.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bridge to Lesson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3CA60"/>
          </a:solidFill>
          <a:ln w="12700">
            <a:solidFill>
              <a:srgbClr val="F3CA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47A78"/>
                </a:solidFill>
              </a:rPr>
              <a:t>Lesson 1 · Empathize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549640" y="25603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C78"/>
                </a:solidFill>
              </a:rPr>
              <a:t>Advisor slides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94360" y="114300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7324D"/>
                </a:solidFill>
              </a:rPr>
              <a:t>Lesson 1 · Empathize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621792" y="2194560"/>
            <a:ext cx="585216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2313D"/>
                </a:solidFill>
              </a:rPr>
              <a:t>Understand the learner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94360" y="3383280"/>
            <a:ext cx="4389120" cy="685800"/>
          </a:xfrm>
          <a:prstGeom prst="roundRect">
            <a:avLst>
              <a:gd name="adj" fmla="val 10667"/>
            </a:avLst>
          </a:prstGeom>
          <a:solidFill>
            <a:srgbClr val="E5F2F9"/>
          </a:solidFill>
          <a:ln w="12700">
            <a:solidFill>
              <a:srgbClr val="D6E1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602736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</a:rPr>
              <a:t>Goal: students learn by doing, then build something useful.</a:t>
            </a:r>
            <a:endParaRPr lang="en-US" sz="13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498080" y="1143000"/>
            <a:ext cx="3474720" cy="34747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02920" y="647395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8790"/>
                </a:solidFill>
              </a:rPr>
              <a:t>Student AI Learning Innovation League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A8790"/>
                </a:solidFill>
              </a:rPr>
              <a:t>1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3CA60"/>
          </a:solidFill>
          <a:ln w="12700">
            <a:solidFill>
              <a:srgbClr val="F3CA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47A78"/>
                </a:solidFill>
              </a:rPr>
              <a:t>Lesson 1 · Empathize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549640" y="25603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C78"/>
                </a:solidFill>
              </a:rPr>
              <a:t>Understand the learner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94360" y="77724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7324D"/>
                </a:solidFill>
              </a:rPr>
              <a:t>Today’s challenge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685800" y="1600200"/>
            <a:ext cx="5760720" cy="4023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900" dirty="0">
                <a:solidFill>
                  <a:srgbClr val="22313D"/>
                </a:solidFill>
              </a:rPr>
              <a:t>Build first, then listen.</a:t>
            </a:r>
            <a:endParaRPr lang="en-US" sz="1900" dirty="0"/>
          </a:p>
          <a:p>
            <a:r>
              <a:rPr lang="en-US" sz="1900" dirty="0">
                <a:solidFill>
                  <a:srgbClr val="22313D"/>
                </a:solidFill>
              </a:rPr>
              <a:t>Learn what counts as learning.</a:t>
            </a:r>
            <a:endParaRPr lang="en-US" sz="1900" dirty="0"/>
          </a:p>
          <a:p>
            <a:r>
              <a:rPr lang="en-US" sz="1900" dirty="0">
                <a:solidFill>
                  <a:srgbClr val="22313D"/>
                </a:solidFill>
              </a:rPr>
              <a:t>Ask better interview questions.</a:t>
            </a:r>
            <a:endParaRPr lang="en-US" sz="1900" dirty="0"/>
          </a:p>
          <a:p>
            <a:r>
              <a:rPr lang="en-US" sz="1900" dirty="0">
                <a:solidFill>
                  <a:srgbClr val="22313D"/>
                </a:solidFill>
              </a:rPr>
              <a:t>Leave with empathy clues—not a solution yet.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7452360" y="1097280"/>
            <a:ext cx="3977640" cy="4160520"/>
          </a:xfrm>
          <a:prstGeom prst="roundRect">
            <a:avLst>
              <a:gd name="adj" fmla="val 1839"/>
            </a:avLst>
          </a:prstGeom>
          <a:solidFill>
            <a:srgbClr val="F7FAFC"/>
          </a:solidFill>
          <a:ln w="12700">
            <a:solidFill>
              <a:srgbClr val="D6E1E8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818120" y="1417320"/>
            <a:ext cx="3246120" cy="32461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02920" y="647395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8790"/>
                </a:solidFill>
              </a:rPr>
              <a:t>Student AI Learning Innovation League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A8790"/>
                </a:solidFill>
              </a:rPr>
              <a:t>2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3CA60"/>
          </a:solidFill>
          <a:ln w="12700">
            <a:solidFill>
              <a:srgbClr val="F3CA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47A78"/>
                </a:solidFill>
              </a:rPr>
              <a:t>Lesson 1 · Empathize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549640" y="25603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C78"/>
                </a:solidFill>
              </a:rPr>
              <a:t>Understand the learner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94360" y="6858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24D"/>
                </a:solidFill>
              </a:rPr>
              <a:t>Quick build challenge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21792" y="1417320"/>
            <a:ext cx="64008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2313D"/>
                </a:solidFill>
              </a:rPr>
              <a:t>Make a terrible learning tool in two minutes. What makes it unhelpful?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2423160"/>
            <a:ext cx="6126480" cy="640080"/>
          </a:xfrm>
          <a:prstGeom prst="roundRect">
            <a:avLst>
              <a:gd name="adj" fmla="val 8571"/>
            </a:avLst>
          </a:prstGeom>
          <a:solidFill>
            <a:srgbClr val="E5F2F9"/>
          </a:solidFill>
          <a:ln w="12700">
            <a:solidFill>
              <a:srgbClr val="247A7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596896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It gives answers immediately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1520" y="3291840"/>
            <a:ext cx="612648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6E1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465576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7324D"/>
                </a:solidFill>
              </a:rPr>
              <a:t>It makes the learner think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31520" y="4160520"/>
            <a:ext cx="612648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6E1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4334256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7324D"/>
                </a:solidFill>
              </a:rPr>
              <a:t>It uses one clear goal</a:t>
            </a:r>
            <a:endParaRPr lang="en-US" sz="16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55280" y="1828800"/>
            <a:ext cx="3017520" cy="301752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7680960" y="51663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47A78"/>
                </a:solidFill>
              </a:rPr>
              <a:t>Ask students to choose first. Then reveal why.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502920" y="647395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8790"/>
                </a:solidFill>
              </a:rPr>
              <a:t>Student AI Learning Innovation League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A8790"/>
                </a:solidFill>
              </a:rPr>
              <a:t>3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3CA60"/>
          </a:solidFill>
          <a:ln w="12700">
            <a:solidFill>
              <a:srgbClr val="F3CA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47A78"/>
                </a:solidFill>
              </a:rPr>
              <a:t>Lesson 1 · Empathize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549640" y="25603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C78"/>
                </a:solidFill>
              </a:rPr>
              <a:t>Understand the learner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94360" y="77724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7324D"/>
                </a:solidFill>
              </a:rPr>
              <a:t>Learning is more than finishing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685800" y="1600200"/>
            <a:ext cx="5760720" cy="4023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900" dirty="0">
                <a:solidFill>
                  <a:srgbClr val="22313D"/>
                </a:solidFill>
              </a:rPr>
              <a:t>Learning means you can use an idea or skill again.</a:t>
            </a:r>
            <a:endParaRPr lang="en-US" sz="1900" dirty="0"/>
          </a:p>
          <a:p>
            <a:r>
              <a:rPr lang="en-US" sz="1900" dirty="0">
                <a:solidFill>
                  <a:srgbClr val="22313D"/>
                </a:solidFill>
              </a:rPr>
              <a:t>Speed, completion, or liking an activity are not enough.</a:t>
            </a:r>
            <a:endParaRPr lang="en-US" sz="1900" dirty="0"/>
          </a:p>
          <a:p>
            <a:r>
              <a:rPr lang="en-US" sz="1900" dirty="0">
                <a:solidFill>
                  <a:srgbClr val="22313D"/>
                </a:solidFill>
              </a:rPr>
              <a:t>Look for thinking: explain, retrieve, compare, decide, revise.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7452360" y="1097280"/>
            <a:ext cx="3977640" cy="4160520"/>
          </a:xfrm>
          <a:prstGeom prst="roundRect">
            <a:avLst>
              <a:gd name="adj" fmla="val 1839"/>
            </a:avLst>
          </a:prstGeom>
          <a:solidFill>
            <a:srgbClr val="F7FAFC"/>
          </a:solidFill>
          <a:ln w="12700">
            <a:solidFill>
              <a:srgbClr val="D6E1E8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818120" y="1417320"/>
            <a:ext cx="3246120" cy="32461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02920" y="647395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8790"/>
                </a:solidFill>
              </a:rPr>
              <a:t>Student AI Learning Innovation League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A8790"/>
                </a:solidFill>
              </a:rPr>
              <a:t>4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3CA60"/>
          </a:solidFill>
          <a:ln w="12700">
            <a:solidFill>
              <a:srgbClr val="F3CA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47A78"/>
                </a:solidFill>
              </a:rPr>
              <a:t>Lesson 1 · Empathize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549640" y="25603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C78"/>
                </a:solidFill>
              </a:rPr>
              <a:t>Understand the learner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94360" y="77724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7324D"/>
                </a:solidFill>
              </a:rPr>
              <a:t>AI can help—but it is not evidence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685800" y="1600200"/>
            <a:ext cx="5760720" cy="4023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900" dirty="0">
                <a:solidFill>
                  <a:srgbClr val="22313D"/>
                </a:solidFill>
              </a:rPr>
              <a:t>AI can suggest questions, examples, and possibilities.</a:t>
            </a:r>
            <a:endParaRPr lang="en-US" sz="1900" dirty="0"/>
          </a:p>
          <a:p>
            <a:r>
              <a:rPr lang="en-US" sz="1900" dirty="0">
                <a:solidFill>
                  <a:srgbClr val="22313D"/>
                </a:solidFill>
              </a:rPr>
              <a:t>AI output is a hypothesis to check.</a:t>
            </a:r>
            <a:endParaRPr lang="en-US" sz="1900" dirty="0"/>
          </a:p>
          <a:p>
            <a:r>
              <a:rPr lang="en-US" sz="1900" dirty="0">
                <a:solidFill>
                  <a:srgbClr val="22313D"/>
                </a:solidFill>
              </a:rPr>
              <a:t>Evidence comes from the learner, the task, and what you observe.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7452360" y="1097280"/>
            <a:ext cx="3977640" cy="4160520"/>
          </a:xfrm>
          <a:prstGeom prst="roundRect">
            <a:avLst>
              <a:gd name="adj" fmla="val 1839"/>
            </a:avLst>
          </a:prstGeom>
          <a:solidFill>
            <a:srgbClr val="F7FAFC"/>
          </a:solidFill>
          <a:ln w="12700">
            <a:solidFill>
              <a:srgbClr val="D6E1E8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818120" y="1417320"/>
            <a:ext cx="3246120" cy="32461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02920" y="647395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8790"/>
                </a:solidFill>
              </a:rPr>
              <a:t>Student AI Learning Innovation League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A8790"/>
                </a:solidFill>
              </a:rPr>
              <a:t>5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3CA60"/>
          </a:solidFill>
          <a:ln w="12700">
            <a:solidFill>
              <a:srgbClr val="F3CA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47A78"/>
                </a:solidFill>
              </a:rPr>
              <a:t>Lesson 1 · Empathize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549640" y="25603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C78"/>
                </a:solidFill>
              </a:rPr>
              <a:t>Understand the learner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94360" y="6858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24D"/>
                </a:solidFill>
              </a:rPr>
              <a:t>Question Detective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21792" y="1417320"/>
            <a:ext cx="64008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22313D"/>
                </a:solidFill>
              </a:rPr>
              <a:t>Which question would get the most useful answer?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2423160"/>
            <a:ext cx="612648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6E1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596896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7324D"/>
                </a:solidFill>
              </a:rPr>
              <a:t>Would a chatbot help you?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1520" y="3291840"/>
            <a:ext cx="6126480" cy="640080"/>
          </a:xfrm>
          <a:prstGeom prst="roundRect">
            <a:avLst>
              <a:gd name="adj" fmla="val 8571"/>
            </a:avLst>
          </a:prstGeom>
          <a:solidFill>
            <a:srgbClr val="E5F2F9"/>
          </a:solidFill>
          <a:ln w="12700">
            <a:solidFill>
              <a:srgbClr val="247A7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465576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Walk me through what you do when the problem starts.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31520" y="4160520"/>
            <a:ext cx="612648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6E1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4334256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7324D"/>
                </a:solidFill>
              </a:rPr>
              <a:t>Why are you bad at this?</a:t>
            </a:r>
            <a:endParaRPr lang="en-US" sz="16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55280" y="1828800"/>
            <a:ext cx="3017520" cy="301752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7680960" y="51663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47A78"/>
                </a:solidFill>
              </a:rPr>
              <a:t>Ask students to choose first. Then reveal why.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502920" y="647395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8790"/>
                </a:solidFill>
              </a:rPr>
              <a:t>Student AI Learning Innovation League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A8790"/>
                </a:solidFill>
              </a:rPr>
              <a:t>6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3CA60"/>
          </a:solidFill>
          <a:ln w="12700">
            <a:solidFill>
              <a:srgbClr val="F3CA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47A78"/>
                </a:solidFill>
              </a:rPr>
              <a:t>Lesson 1 · Empathize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549640" y="25603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C78"/>
                </a:solidFill>
              </a:rPr>
              <a:t>Understand the learner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94360" y="6858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7324D"/>
                </a:solidFill>
              </a:rPr>
              <a:t>Interview mission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731520" y="1417320"/>
            <a:ext cx="384048" cy="384048"/>
          </a:xfrm>
          <a:prstGeom prst="ellipse">
            <a:avLst/>
          </a:prstGeom>
          <a:solidFill>
            <a:srgbClr val="F3CA60"/>
          </a:solidFill>
          <a:ln w="12700">
            <a:solidFill>
              <a:srgbClr val="F3CA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50876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324D"/>
                </a:solidFill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298448" y="1389888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313D"/>
                </a:solidFill>
              </a:rPr>
              <a:t>Pick who you are listening to.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23544" y="1828800"/>
            <a:ext cx="0" cy="228600"/>
          </a:xfrm>
          <a:prstGeom prst="line">
            <a:avLst/>
          </a:prstGeom>
          <a:noFill/>
          <a:ln w="12700">
            <a:solidFill>
              <a:srgbClr val="D6E1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2130552"/>
            <a:ext cx="384048" cy="384048"/>
          </a:xfrm>
          <a:prstGeom prst="ellipse">
            <a:avLst/>
          </a:prstGeom>
          <a:solidFill>
            <a:srgbClr val="F3CA60"/>
          </a:solidFill>
          <a:ln w="12700">
            <a:solidFill>
              <a:srgbClr val="F3CA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222199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324D"/>
                </a:solidFill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298448" y="2103120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313D"/>
                </a:solidFill>
              </a:rPr>
              <a:t>Choose what you are trying to understand.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23544" y="2542032"/>
            <a:ext cx="0" cy="228600"/>
          </a:xfrm>
          <a:prstGeom prst="line">
            <a:avLst/>
          </a:prstGeom>
          <a:noFill/>
          <a:ln w="12700">
            <a:solidFill>
              <a:srgbClr val="D6E1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2843784"/>
            <a:ext cx="384048" cy="384048"/>
          </a:xfrm>
          <a:prstGeom prst="ellipse">
            <a:avLst/>
          </a:prstGeom>
          <a:solidFill>
            <a:srgbClr val="F3CA60"/>
          </a:solidFill>
          <a:ln w="12700">
            <a:solidFill>
              <a:srgbClr val="F3CA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" y="2935224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324D"/>
                </a:solidFill>
              </a:rPr>
              <a:t>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298448" y="2816352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313D"/>
                </a:solidFill>
              </a:rPr>
              <a:t>Write open starter questions.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23544" y="3255264"/>
            <a:ext cx="0" cy="228600"/>
          </a:xfrm>
          <a:prstGeom prst="line">
            <a:avLst/>
          </a:prstGeom>
          <a:noFill/>
          <a:ln w="12700">
            <a:solidFill>
              <a:srgbClr val="D6E1E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" y="3557016"/>
            <a:ext cx="384048" cy="384048"/>
          </a:xfrm>
          <a:prstGeom prst="ellipse">
            <a:avLst/>
          </a:prstGeom>
          <a:solidFill>
            <a:srgbClr val="F3CA60"/>
          </a:solidFill>
          <a:ln w="12700">
            <a:solidFill>
              <a:srgbClr val="F3CA6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" y="364845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324D"/>
                </a:solidFill>
              </a:rPr>
              <a:t>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298448" y="3529584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313D"/>
                </a:solidFill>
              </a:rPr>
              <a:t>Practice if needed.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923544" y="3968496"/>
            <a:ext cx="0" cy="228600"/>
          </a:xfrm>
          <a:prstGeom prst="line">
            <a:avLst/>
          </a:prstGeom>
          <a:noFill/>
          <a:ln w="12700">
            <a:solidFill>
              <a:srgbClr val="D6E1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1520" y="4270248"/>
            <a:ext cx="384048" cy="384048"/>
          </a:xfrm>
          <a:prstGeom prst="ellipse">
            <a:avLst/>
          </a:prstGeom>
          <a:solidFill>
            <a:srgbClr val="F3CA60"/>
          </a:solidFill>
          <a:ln w="12700">
            <a:solidFill>
              <a:srgbClr val="F3CA6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1248" y="4361688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324D"/>
                </a:solidFill>
              </a:rPr>
              <a:t>5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298448" y="4242816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313D"/>
                </a:solidFill>
              </a:rPr>
              <a:t>Interview and take notes.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923544" y="4681728"/>
            <a:ext cx="0" cy="228600"/>
          </a:xfrm>
          <a:prstGeom prst="line">
            <a:avLst/>
          </a:prstGeom>
          <a:noFill/>
          <a:ln w="12700">
            <a:solidFill>
              <a:srgbClr val="D6E1E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31520" y="4983480"/>
            <a:ext cx="384048" cy="384048"/>
          </a:xfrm>
          <a:prstGeom prst="ellipse">
            <a:avLst/>
          </a:prstGeom>
          <a:solidFill>
            <a:srgbClr val="F3CA60"/>
          </a:solidFill>
          <a:ln w="12700">
            <a:solidFill>
              <a:srgbClr val="F3CA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1248" y="507492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324D"/>
                </a:solidFill>
              </a:rPr>
              <a:t>6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298448" y="4956048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2313D"/>
                </a:solidFill>
              </a:rPr>
              <a:t>Turn notes into clues.</a:t>
            </a:r>
            <a:endParaRPr lang="en-US" sz="1800" dirty="0"/>
          </a:p>
        </p:txBody>
      </p:sp>
      <p:pic>
        <p:nvPicPr>
          <p:cNvPr id="2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863840" y="1554480"/>
            <a:ext cx="3017520" cy="3017520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502920" y="647395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8790"/>
                </a:solidFill>
              </a:rPr>
              <a:t>Student AI Learning Innovation League</a:t>
            </a:r>
            <a:endParaRPr lang="en-US" sz="700" dirty="0"/>
          </a:p>
        </p:txBody>
      </p:sp>
      <p:sp>
        <p:nvSpPr>
          <p:cNvPr id="31" name="Text 28"/>
          <p:cNvSpPr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A8790"/>
                </a:solidFill>
              </a:rPr>
              <a:t>7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3CA60"/>
          </a:solidFill>
          <a:ln w="12700">
            <a:solidFill>
              <a:srgbClr val="F3CA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47A78"/>
                </a:solidFill>
              </a:rPr>
              <a:t>Lesson 1 · Empathize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549640" y="25603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C78"/>
                </a:solidFill>
              </a:rPr>
              <a:t>Understand the learner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94360" y="77724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7324D"/>
                </a:solidFill>
              </a:rPr>
              <a:t>What to listen for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685800" y="1600200"/>
            <a:ext cx="5760720" cy="4023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900" dirty="0">
                <a:solidFill>
                  <a:srgbClr val="22313D"/>
                </a:solidFill>
              </a:rPr>
              <a:t>Stories and specific moments</a:t>
            </a:r>
            <a:endParaRPr lang="en-US" sz="1900" dirty="0"/>
          </a:p>
          <a:p>
            <a:r>
              <a:rPr lang="en-US" sz="1900" dirty="0">
                <a:solidFill>
                  <a:srgbClr val="22313D"/>
                </a:solidFill>
              </a:rPr>
              <a:t>Where the learner hesitates</a:t>
            </a:r>
            <a:endParaRPr lang="en-US" sz="1900" dirty="0"/>
          </a:p>
          <a:p>
            <a:r>
              <a:rPr lang="en-US" sz="1900" dirty="0">
                <a:solidFill>
                  <a:srgbClr val="22313D"/>
                </a:solidFill>
              </a:rPr>
              <a:t>Workarounds and supports</a:t>
            </a:r>
            <a:endParaRPr lang="en-US" sz="1900" dirty="0"/>
          </a:p>
          <a:p>
            <a:r>
              <a:rPr lang="en-US" sz="1900" dirty="0">
                <a:solidFill>
                  <a:srgbClr val="22313D"/>
                </a:solidFill>
              </a:rPr>
              <a:t>What they can already do</a:t>
            </a:r>
            <a:endParaRPr lang="en-US" sz="1900" dirty="0"/>
          </a:p>
          <a:p>
            <a:r>
              <a:rPr lang="en-US" sz="1900" dirty="0">
                <a:solidFill>
                  <a:srgbClr val="22313D"/>
                </a:solidFill>
              </a:rPr>
              <a:t>What they wish worked better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7452360" y="1097280"/>
            <a:ext cx="3977640" cy="4160520"/>
          </a:xfrm>
          <a:prstGeom prst="roundRect">
            <a:avLst>
              <a:gd name="adj" fmla="val 1839"/>
            </a:avLst>
          </a:prstGeom>
          <a:solidFill>
            <a:srgbClr val="F7FAFC"/>
          </a:solidFill>
          <a:ln w="12700">
            <a:solidFill>
              <a:srgbClr val="D6E1E8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818120" y="1417320"/>
            <a:ext cx="3246120" cy="32461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02920" y="647395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8790"/>
                </a:solidFill>
              </a:rPr>
              <a:t>Student AI Learning Innovation League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A8790"/>
                </a:solidFill>
              </a:rPr>
              <a:t>8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3CA60"/>
          </a:solidFill>
          <a:ln w="12700">
            <a:solidFill>
              <a:srgbClr val="F3CA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47A78"/>
                </a:solidFill>
              </a:rPr>
              <a:t>Lesson 1 · Empathize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549640" y="256032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C78"/>
                </a:solidFill>
              </a:rPr>
              <a:t>Understand the learner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94360" y="77724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7324D"/>
                </a:solidFill>
              </a:rPr>
              <a:t>Leave with clues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685800" y="1600200"/>
            <a:ext cx="5760720" cy="4023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900" dirty="0">
                <a:solidFill>
                  <a:srgbClr val="22313D"/>
                </a:solidFill>
              </a:rPr>
              <a:t>What we heard or saw</a:t>
            </a:r>
            <a:endParaRPr lang="en-US" sz="1900" dirty="0"/>
          </a:p>
          <a:p>
            <a:r>
              <a:rPr lang="en-US" sz="1900" dirty="0">
                <a:solidFill>
                  <a:srgbClr val="22313D"/>
                </a:solidFill>
              </a:rPr>
              <a:t>What we think it might mean</a:t>
            </a:r>
            <a:endParaRPr lang="en-US" sz="1900" dirty="0"/>
          </a:p>
          <a:p>
            <a:r>
              <a:rPr lang="en-US" sz="1900" dirty="0">
                <a:solidFill>
                  <a:srgbClr val="22313D"/>
                </a:solidFill>
              </a:rPr>
              <a:t>One assumption that changed</a:t>
            </a:r>
            <a:endParaRPr lang="en-US" sz="1900" dirty="0"/>
          </a:p>
          <a:p>
            <a:r>
              <a:rPr lang="en-US" sz="1900" dirty="0">
                <a:solidFill>
                  <a:srgbClr val="22313D"/>
                </a:solidFill>
              </a:rPr>
              <a:t>One question to carry into Define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7452360" y="1097280"/>
            <a:ext cx="3977640" cy="4160520"/>
          </a:xfrm>
          <a:prstGeom prst="roundRect">
            <a:avLst>
              <a:gd name="adj" fmla="val 1839"/>
            </a:avLst>
          </a:prstGeom>
          <a:solidFill>
            <a:srgbClr val="F7FAFC"/>
          </a:solidFill>
          <a:ln w="12700">
            <a:solidFill>
              <a:srgbClr val="D6E1E8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818120" y="1417320"/>
            <a:ext cx="3246120" cy="32461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02920" y="647395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7A8790"/>
                </a:solidFill>
              </a:rPr>
              <a:t>Student AI Learning Innovation League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7A8790"/>
                </a:solidFill>
              </a:rPr>
              <a:t>9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Hunter College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Learning League lesson deck</dc:title>
  <dc:subject>Advisor lesson slides</dc:subject>
  <dc:creator>Student AI Learning Innovation League</dc:creator>
  <cp:lastModifiedBy>Student AI Learning Innovation League</cp:lastModifiedBy>
  <cp:revision>1</cp:revision>
  <dcterms:created xsi:type="dcterms:W3CDTF">2026-08-18T05:53:15Z</dcterms:created>
  <dcterms:modified xsi:type="dcterms:W3CDTF">2026-08-18T05:53:15Z</dcterms:modified>
</cp:coreProperties>
</file>