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Lesson 5 · Test + Share. Emphasize that this is a visual facilitation deck, not a replacement for the website lesson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testing focused and feasible.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Revisit learning objective and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Integrates lightest test into the test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a signature design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history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just a product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demonstrate the learning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advisor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5 · Test + Share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Advisor slides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7324D"/>
                </a:solidFill>
              </a:rPr>
              <a:t>Lesson 5 · Test + Share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21792" y="2194560"/>
            <a:ext cx="5852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313D"/>
                </a:solidFill>
              </a:rPr>
              <a:t>Try it, improve it, tell the story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3383280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E5F2F9"/>
          </a:solidFill>
          <a:ln w="12700">
            <a:solidFill>
              <a:srgbClr val="D6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60273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Goal: students learn by doing, then build something useful.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8080" y="1143000"/>
            <a:ext cx="3474720" cy="3474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5 · Test + Share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Try it, improve it, tell the story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Today’s challenge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Plan one useful test.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Watch what the learner actually does.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Change one thing because of evidence.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Prepare to share the project story and demo.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5 · Test + Share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Try it, improve it, tell the story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Liking it is not the same as learning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The learner may enjoy a tool without learning.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Look for the target behavior.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Use the learning objective from Define.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5 · Test + Share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Try it, improve it, tell the story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Plan and run one test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98448" y="138988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Choose the lightest useful test.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23544" y="1828800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130552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2219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98448" y="21031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State the learning objective.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3544" y="2542032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843784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9352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98448" y="281635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Decide what to observe.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3544" y="3255264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557016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6484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98448" y="352958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Run the test neutrally.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3544" y="3968496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270248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3616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98448" y="424281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Record what happened.</a:t>
            </a:r>
            <a:endParaRPr lang="en-US" sz="18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3840" y="1554480"/>
            <a:ext cx="3017520" cy="30175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5 · Test + Share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Try it, improve it, tell the story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</a:rPr>
              <a:t>Did the tool do too much?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4173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313D"/>
                </a:solidFill>
              </a:rPr>
              <a:t>Which test result is most concerning?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6126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9689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The learner explains the idea independently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6126480" cy="640080"/>
          </a:xfrm>
          <a:prstGeom prst="roundRect">
            <a:avLst>
              <a:gd name="adj" fmla="val 8571"/>
            </a:avLst>
          </a:prstGeom>
          <a:solidFill>
            <a:srgbClr val="E5F2F9"/>
          </a:solidFill>
          <a:ln w="12700">
            <a:solidFill>
              <a:srgbClr val="247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6557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The AI immediately gives the answer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160520"/>
            <a:ext cx="6126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E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33425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The learner asks a clarifying question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55280" y="1828800"/>
            <a:ext cx="3017520" cy="30175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680960" y="5166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7A78"/>
                </a:solidFill>
              </a:rPr>
              <a:t>Ask students to choose first. Then reveal why.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5 · Test + Share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Try it, improve it, tell the story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Revise one thing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Change something because of evidence.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Do not just decorate the prototype.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If possible, retest the same target behavior.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5 · Test + Share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Try it, improve it, tell the story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Learning Showcase story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The challenge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What we learned from listening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The learning breakdown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What we built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What testing showed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What we changed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What we learned about learning and AI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5 · Test + Share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Try it, improve it, tell the story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Demo one focused interaction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Show the learner action.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Explain why it supports learning.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Use a backup if technology fails.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Keep private details out.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5 · Test + Share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Try it, improve it, tell the story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Ready to share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Claims match evidence.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The demo is short and clear.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Students can explain limitations.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Everyone has a role.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Hunter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League lesson deck</dc:title>
  <dc:subject>Advisor lesson slides</dc:subject>
  <dc:creator>Student AI Learning Innovation League</dc:creator>
  <cp:lastModifiedBy>Student AI Learning Innovation League</cp:lastModifiedBy>
  <cp:revision>1</cp:revision>
  <dcterms:created xsi:type="dcterms:W3CDTF">2026-08-18T05:53:15Z</dcterms:created>
  <dcterms:modified xsi:type="dcterms:W3CDTF">2026-08-18T05:53:15Z</dcterms:modified>
</cp:coreProperties>
</file>