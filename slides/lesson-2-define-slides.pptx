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Lesson 2 · Define. Emphasize that this is a visual facilitation deck, not a replacement for the website lesson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Define as detective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concrete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the step-by-step mapper.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smallest meaningful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external AI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should be one sentence and one observable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Advisor checkpoint before moving to Ideate.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2 · Define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Advisor slides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7324D"/>
                </a:solidFill>
              </a:rPr>
              <a:t>Lesson 2 · Define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21792" y="219456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313D"/>
                </a:solidFill>
              </a:rPr>
              <a:t>Find the real learning problem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38328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E5F2F9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0273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Goal: students learn by doing, then build something useful.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0" y="1143000"/>
            <a:ext cx="3474720" cy="3474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2 · Define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Find the real learning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Today’s challenge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Turn interview clues into a focused learning problem.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Break the task into small steps.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Find where it starts to get hard.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Write a learning target and success evidence.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2 · Define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Find the real learning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Small is good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A broad problem is hard to design for.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A small problem can be tested and improved.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Better: “The learner struggles to count graph intervals.”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Not: “Students are bad at science.”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2 · Define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Find the real learning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Build the Task Map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98448" y="138988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Name the whole task.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3544" y="1828800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30552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2219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98448" y="21031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Add one step at a time.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544" y="2542032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843784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9352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98448" y="281635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For each step, ask what the learner must know or notice.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3544" y="3255264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557016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6484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98448" y="352958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Mark what works and where it gets hard.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3544" y="3968496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270248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3616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98448" y="424281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Write what you actually observed.</a:t>
            </a:r>
            <a:endParaRPr lang="en-US" sz="1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1554480"/>
            <a:ext cx="3017520" cy="30175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2 · Define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Find the real learning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Where is the breakdown?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313D"/>
                </a:solidFill>
              </a:rPr>
              <a:t>A learner identifies graph axes but cannot tell the value between labeled points. Where should the project focus?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9689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Everything about graphing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E5F2F9"/>
          </a:solidFill>
          <a:ln w="12700">
            <a:solidFill>
              <a:srgbClr val="247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655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Counting/interpreting intervals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33425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Making a prettier graph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5280" y="1828800"/>
            <a:ext cx="3017520" cy="30175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8096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7A78"/>
                </a:solidFill>
              </a:rPr>
              <a:t>Ask students to choose first. Then reveal why.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2 · Define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Find the real learning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AI can help you think—but not diagnose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Use the Task Breakdown Guide only if stuck.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AI may suggest hidden steps.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The output is a draft hypothesis.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Review it with your advisor and evidence.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2 · Define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Find the real learning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Write the learning target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By the end, the learner should be able to…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We will know because…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This target carries into Prototype and Test.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2 · Define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Find the real learning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Check together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Who is learning?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What can they already do?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Where does it start to get hard?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What did we observe?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Is this STEM-related and small enough?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Hunter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League lesson deck</dc:title>
  <dc:subject>Advisor lesson slides</dc:subject>
  <dc:creator>Student AI Learning Innovation League</dc:creator>
  <cp:lastModifiedBy>Student AI Learning Innovation League</cp:lastModifiedBy>
  <cp:revision>1</cp:revision>
  <dcterms:created xsi:type="dcterms:W3CDTF">2026-08-18T05:53:15Z</dcterms:created>
  <dcterms:modified xsi:type="dcterms:W3CDTF">2026-08-18T05:53:15Z</dcterms:modified>
</cp:coreProperties>
</file>