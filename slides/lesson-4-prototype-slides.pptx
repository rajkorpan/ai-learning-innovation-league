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Lesson 4 · Prototype. Emphasize that this is a visual facilitation deck, not a replacement for the website lesson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prototype as an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technology does not mean a better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signature hybrid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examples before students choose their own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is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not yes, go back before polishing.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only if students choose an AI learning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Builder teaches prompt design, not just prompt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Advisor slides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24D"/>
                </a:solidFill>
              </a:rPr>
              <a:t>Lesson 4 · Prototype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19456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313D"/>
                </a:solidFill>
              </a:rPr>
              <a:t>Build something small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5F2F9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027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Goal: students learn by doing, then build something useful.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0" y="1143000"/>
            <a:ext cx="3474720" cy="3474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Today’s challenge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Choose how to build.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Plan the smallest useful prototype.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If building an AI tool, design the AI behavior.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Check whether the tool supports learning.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Three ways to build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Make a learning experience: cards, activity, routine, game.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Build an AI learning tool: reusable conversational support.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Go further: advanced digital build when appropriate.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Do → Notice → Explain → Feedback → Try again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A tool can include off-screen activity.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AI can support sense-making after the activity.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The learner should still think, explain, decide, or reflect.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See what projects can look like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Physical slope activity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Vocabulary card game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Word-problem question coach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Hybrid activity + AI reflection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Plan the smallest version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389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What question are we testing?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544" y="1828800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What does the learner do?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544" y="2542032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43784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What materials or platform are needed?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544" y="3255264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57016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3529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What are we not building yet?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3544" y="3968496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4242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How will we know what happened?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1554480"/>
            <a:ext cx="3017520" cy="3017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Strong learning tool check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313D"/>
                </a:solidFill>
              </a:rPr>
              <a:t>Does the learner have to do important thinking?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E5F2F9"/>
          </a:solidFill>
          <a:ln w="12700">
            <a:solidFill>
              <a:srgbClr val="24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968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Yes, they explain or decide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655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No, the tool gives the answer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3425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Not sure yet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1828800"/>
            <a:ext cx="3017520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7A78"/>
                </a:solidFill>
              </a:rPr>
              <a:t>Ask students to choose first. Then reveal why.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Why Prompt Builder asks so many questions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Who is learning?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Where are they stuck?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How should they practice?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should AI do?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How should feedback work?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4 · Prototype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Build something small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Prompting is iteration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389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Try your own prompt.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544" y="1828800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Compare with a designed prompt.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544" y="2542032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43784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Test Draft 1.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544" y="3255264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57016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3529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Change something.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3544" y="3968496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4242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Test Draft 2.</a:t>
            </a:r>
            <a:endParaRPr lang="en-US" sz="18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1554480"/>
            <a:ext cx="3017520" cy="3017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Hunter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League lesson deck</dc:title>
  <dc:subject>Advisor lesson slides</dc:subject>
  <dc:creator>Student AI Learning Innovation League</dc:creator>
  <cp:lastModifiedBy>Student AI Learning Innovation League</cp:lastModifiedBy>
  <cp:revision>1</cp:revision>
  <dcterms:created xsi:type="dcterms:W3CDTF">2026-08-18T05:53:15Z</dcterms:created>
  <dcterms:modified xsi:type="dcterms:W3CDTF">2026-08-18T05:53:15Z</dcterms:modified>
</cp:coreProperties>
</file>